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7430F2-7D7F-E8C5-7E76-84939A96F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EAB3BF-CEEE-FB42-1912-8C56F33B39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D85D23-1FF6-C838-D313-6C433E9E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85D4-E63C-44D1-80BF-B615253ED435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514B36-EA92-01CA-6E5A-CAA1A69E6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6D38C4-E40E-DB1A-E4E2-3A5EFA375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4F63-B50D-48E4-880F-34F31ADF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486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4A1D4A-28E1-80C5-B3B1-1ED4E8787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CB83BD-1A13-D002-2887-1276AC008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3591A8-BC5F-126C-3621-794D981CB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85D4-E63C-44D1-80BF-B615253ED435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FB0898-187D-EDE5-AEA5-A10FCF6B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958E7A-D96E-5537-74F2-6E154E28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4F63-B50D-48E4-880F-34F31ADF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09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B53C8-7397-0939-F1F7-FDEFDB14B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980F82-42D2-5522-8634-9B6D29BA6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5E0DFA-E4A7-D948-F514-DC7C6A217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85D4-E63C-44D1-80BF-B615253ED435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1CB3C8-49A2-E50B-C70B-37AFF153C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C29610-53D9-F633-2113-5C271574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4F63-B50D-48E4-880F-34F31ADF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85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67045D-7858-0B28-8D90-82C8652FE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B7A5B9-764F-99AE-3928-C9C30587C2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2F289A-8C4B-FB70-6202-EDA3F6F48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DD4AC0-4153-6144-4EE3-9F42EF268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85D4-E63C-44D1-80BF-B615253ED435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FCC6EB-F77A-BEA1-E533-ED2C9BED3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07590E-3B98-4EE6-4BA1-6BD1D8C8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4F63-B50D-48E4-880F-34F31ADF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44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E13C9-ED94-F498-A40E-9D639B6E0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89D0CF-57D8-562F-EA10-B4A69B7EF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9E834A-1034-8530-ABD5-A456A5E30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F028121-A01A-8BB3-E09C-BEF9A46C0F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16216C-B212-645F-7C07-764B00418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9AA491-08C1-5562-8879-234DFF334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85D4-E63C-44D1-80BF-B615253ED435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4EC6BE-0E82-D00F-FE8C-32647E021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A5B9B34-A128-493E-34FD-D2F6FAF0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4F63-B50D-48E4-880F-34F31ADF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195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59BEDC-0844-A066-3179-186629B70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2D53955-A63B-E4FB-8350-BFF093D5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85D4-E63C-44D1-80BF-B615253ED435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14C8A19-0556-D030-7874-C97EA18E0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905A1C3-BD23-E69B-FD2C-E2F1319F4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4F63-B50D-48E4-880F-34F31ADF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650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B26B321-503D-631E-A0E5-BE5A7B43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85D4-E63C-44D1-80BF-B615253ED435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6357BBD-CD00-DD7E-37BE-6B6A0E77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3A0616-0780-EFB2-ACF5-FDC15808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4F63-B50D-48E4-880F-34F31ADF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83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2BC556-BB41-4D20-905A-661D6CBE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E13E78-B58A-8DA0-31ED-EACF04805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1405E0-60E1-B956-7A5C-57DCB58C2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73C62B-08C6-7B0F-235E-4FC45B7AA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85D4-E63C-44D1-80BF-B615253ED435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F69BA6-FDD1-0FDA-7846-C76D50ED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A866FF-4423-BF7C-59B1-25E35E651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4F63-B50D-48E4-880F-34F31ADF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0660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27F3CE-35E1-B246-7BF0-E3FEBF484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B8332A-D00C-A4BA-38AB-425671E79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655C719-F489-8AB1-3645-8A64E7CD3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595046-EE69-6794-0CFB-E4BF73AF1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85D4-E63C-44D1-80BF-B615253ED435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948893-A9DC-B0F5-65A4-35E19C77C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41172E-B01C-8161-A21E-1731B08F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4F63-B50D-48E4-880F-34F31ADF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80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AE64A-D25F-5FFE-E5CB-8E9F81C73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6E2D3E-6FF2-8516-9BCC-168D3665A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A10FCF-50B3-4E22-3C85-E9E04FA1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85D4-E63C-44D1-80BF-B615253ED435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6680-C72B-99A8-6024-75E253C8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101746-F88C-B605-99EB-ABB96429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4F63-B50D-48E4-880F-34F31ADF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208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111DC9B-A109-40D3-250A-4988EDF57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D04F71D-7B98-3653-6ABC-9C37B30B7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DEC8C4-B5EA-6E0F-BBFC-9951A7441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85D4-E63C-44D1-80BF-B615253ED435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B7EB6D-CCE7-768F-DB8B-1D108514F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F1998A-0B41-0C2C-2A0C-BD9572758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4F63-B50D-48E4-880F-34F31ADF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72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D7387-940D-FD8E-EE4D-E675CFA55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90BE22-16D7-0A8D-403C-E90B15753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94F6C0-3343-30D5-850E-588A19CF2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785D4-E63C-44D1-80BF-B615253ED435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80AF20-DC43-8D4E-B866-CC42D819D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5F62EC-4EAA-F8F1-B0AD-6B4D229A0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04F63-B50D-48E4-880F-34F31ADFA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34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AE1FA1-23CD-73AD-F07C-5F6F2B912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3465" y="2171589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ru-RU" sz="3600" dirty="0">
                <a:latin typeface="Century Schoolbook" panose="02040604050505020304" pitchFamily="18" charset="0"/>
              </a:rPr>
              <a:t>Здравствуйте!</a:t>
            </a:r>
          </a:p>
          <a:p>
            <a:r>
              <a:rPr lang="ru-RU" sz="3600" dirty="0">
                <a:latin typeface="Century Schoolbook" panose="02040604050505020304" pitchFamily="18" charset="0"/>
              </a:rPr>
              <a:t>Меня зовут Гоголев Богдан</a:t>
            </a:r>
          </a:p>
          <a:p>
            <a:r>
              <a:rPr lang="ru-RU" sz="3600" dirty="0">
                <a:latin typeface="Century Schoolbook" panose="02040604050505020304" pitchFamily="18" charset="0"/>
              </a:rPr>
              <a:t>Я представляю проект - </a:t>
            </a:r>
            <a:r>
              <a:rPr lang="en-US" sz="3600" dirty="0" err="1">
                <a:latin typeface="Century Schoolbook" panose="02040604050505020304" pitchFamily="18" charset="0"/>
              </a:rPr>
              <a:t>WorkoutFlow</a:t>
            </a:r>
            <a:endParaRPr lang="ru-RU" sz="36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24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446A54-16A8-87B6-7D52-BB2BB1EDB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Century Schoolbook" panose="02040604050505020304" pitchFamily="18" charset="0"/>
              </a:rPr>
              <a:t>Многие хотят заниматься спортом и не знают с чего начать: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391E33-09F1-6B5F-0E5A-C50A489F3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81765"/>
          </a:xfrm>
        </p:spPr>
        <p:txBody>
          <a:bodyPr/>
          <a:lstStyle/>
          <a:p>
            <a:r>
              <a:rPr lang="ru-RU" dirty="0">
                <a:latin typeface="Century Schoolbook" panose="02040604050505020304" pitchFamily="18" charset="0"/>
              </a:rPr>
              <a:t>С чего начать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Какие упражнения делать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Сколько раз в неделю тренироваться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Что подходит именно им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82BB15-9C89-A25D-0CCB-04EAA9D3827A}"/>
              </a:ext>
            </a:extLst>
          </p:cNvPr>
          <p:cNvSpPr txBox="1"/>
          <p:nvPr/>
        </p:nvSpPr>
        <p:spPr>
          <a:xfrm>
            <a:off x="950614" y="5006567"/>
            <a:ext cx="5620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entury Schoolbook" panose="02040604050505020304" pitchFamily="18" charset="0"/>
              </a:rPr>
              <a:t>WorkoutFlow</a:t>
            </a:r>
            <a:r>
              <a:rPr lang="en-US" sz="2400" dirty="0">
                <a:latin typeface="Century Schoolbook" panose="02040604050505020304" pitchFamily="18" charset="0"/>
              </a:rPr>
              <a:t> –</a:t>
            </a:r>
            <a:r>
              <a:rPr lang="ru-RU" sz="2400" dirty="0">
                <a:latin typeface="Century Schoolbook" panose="02040604050505020304" pitchFamily="18" charset="0"/>
              </a:rPr>
              <a:t> решает эту проблему</a:t>
            </a:r>
            <a:r>
              <a:rPr lang="ru-RU" dirty="0">
                <a:latin typeface="Century Schoolbook" panose="020406040505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3843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0867D-4A72-B4F9-E920-43AE7B76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Century Schoolbook" panose="02040604050505020304" pitchFamily="18" charset="0"/>
              </a:rPr>
              <a:t>Сайт даёт три готовые программы тренировок: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4D901A-F5C0-7BB6-3F44-8FBDD3CF1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8601"/>
          </a:xfrm>
        </p:spPr>
        <p:txBody>
          <a:bodyPr/>
          <a:lstStyle/>
          <a:p>
            <a:r>
              <a:rPr lang="ru-RU" b="1" dirty="0">
                <a:latin typeface="Century Schoolbook" panose="02040604050505020304" pitchFamily="18" charset="0"/>
              </a:rPr>
              <a:t>Жиросжигание</a:t>
            </a:r>
            <a:r>
              <a:rPr lang="ru-RU" dirty="0">
                <a:latin typeface="Century Schoolbook" panose="02040604050505020304" pitchFamily="18" charset="0"/>
              </a:rPr>
              <a:t> — для похудения</a:t>
            </a:r>
          </a:p>
          <a:p>
            <a:r>
              <a:rPr lang="ru-RU" b="1" dirty="0">
                <a:latin typeface="Century Schoolbook" panose="02040604050505020304" pitchFamily="18" charset="0"/>
              </a:rPr>
              <a:t>Набор массы</a:t>
            </a:r>
            <a:r>
              <a:rPr lang="ru-RU" dirty="0">
                <a:latin typeface="Century Schoolbook" panose="02040604050505020304" pitchFamily="18" charset="0"/>
              </a:rPr>
              <a:t> — для роста мышц</a:t>
            </a:r>
          </a:p>
          <a:p>
            <a:r>
              <a:rPr lang="ru-RU" b="1" dirty="0">
                <a:latin typeface="Century Schoolbook" panose="02040604050505020304" pitchFamily="18" charset="0"/>
              </a:rPr>
              <a:t>Здоровье + гибкость</a:t>
            </a:r>
            <a:r>
              <a:rPr lang="ru-RU" dirty="0">
                <a:latin typeface="Century Schoolbook" panose="02040604050505020304" pitchFamily="18" charset="0"/>
              </a:rPr>
              <a:t> — для поддержки тонуса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2F6F3-4F22-4E3E-B8A7-B55702606C5C}"/>
              </a:ext>
            </a:extLst>
          </p:cNvPr>
          <p:cNvSpPr txBox="1"/>
          <p:nvPr/>
        </p:nvSpPr>
        <p:spPr>
          <a:xfrm>
            <a:off x="715223" y="4010686"/>
            <a:ext cx="10612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Century Schoolbook" panose="02040604050505020304" pitchFamily="18" charset="0"/>
              </a:rPr>
              <a:t>Дополнительно я сделал калькулятор для вычисления телосложения.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2696143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DF7AB4-1140-7A0D-F59E-CA02EFA59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6558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Century Schoolbook" panose="02040604050505020304" pitchFamily="18" charset="0"/>
              </a:rPr>
              <a:t>Как работает калькулятор: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8EDBFA-C7AF-66A9-DC10-E6AB548DA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254" y="1599288"/>
            <a:ext cx="10515600" cy="3796577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Century Schoolbook" panose="02040604050505020304" pitchFamily="18" charset="0"/>
              </a:rPr>
              <a:t>Пользователь вводит: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Рост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Вес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Возраст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Сайт рассчитывает ИМТ и выдаёт рекомендацию: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Дефицит → программа набора массы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Норма → любая программа на выбор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Избыток → программа жиросжигания</a:t>
            </a:r>
          </a:p>
        </p:txBody>
      </p:sp>
    </p:spTree>
    <p:extLst>
      <p:ext uri="{BB962C8B-B14F-4D97-AF65-F5344CB8AC3E}">
        <p14:creationId xmlns:p14="http://schemas.microsoft.com/office/powerpoint/2010/main" val="2174694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755950-DA71-1454-1F80-A8496F8C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9398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Century Schoolbook" panose="02040604050505020304" pitchFamily="18" charset="0"/>
              </a:rPr>
              <a:t>Какие программы я даю на выбор: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F8FD4F-13B9-76AF-4E11-2A1C028F5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357"/>
            <a:ext cx="10515600" cy="3766242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latin typeface="Century Schoolbook" panose="02040604050505020304" pitchFamily="18" charset="0"/>
              </a:rPr>
              <a:t>Для каждой программы – отдельный список упражнений.</a:t>
            </a:r>
          </a:p>
          <a:p>
            <a:r>
              <a:rPr lang="ru-RU" b="1" dirty="0">
                <a:latin typeface="Century Schoolbook" panose="02040604050505020304" pitchFamily="18" charset="0"/>
              </a:rPr>
              <a:t>Например, жиросжигание:</a:t>
            </a:r>
            <a:endParaRPr lang="ru-RU" dirty="0">
              <a:latin typeface="Century Schoolbook" panose="02040604050505020304" pitchFamily="18" charset="0"/>
            </a:endParaRPr>
          </a:p>
          <a:p>
            <a:r>
              <a:rPr lang="ru-RU" dirty="0" err="1">
                <a:latin typeface="Century Schoolbook" panose="02040604050505020304" pitchFamily="18" charset="0"/>
              </a:rPr>
              <a:t>Берпи</a:t>
            </a:r>
            <a:r>
              <a:rPr lang="ru-RU" dirty="0">
                <a:latin typeface="Century Schoolbook" panose="02040604050505020304" pitchFamily="18" charset="0"/>
              </a:rPr>
              <a:t>: 12 раз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Выпады с прыжком: 12 на ногу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Велосипед: 20 раз</a:t>
            </a:r>
          </a:p>
          <a:p>
            <a:r>
              <a:rPr lang="ru-RU" b="1" dirty="0">
                <a:latin typeface="Century Schoolbook" panose="02040604050505020304" pitchFamily="18" charset="0"/>
              </a:rPr>
              <a:t>Для набора массы:</a:t>
            </a:r>
            <a:endParaRPr lang="ru-RU" dirty="0">
              <a:latin typeface="Century Schoolbook" panose="02040604050505020304" pitchFamily="18" charset="0"/>
            </a:endParaRPr>
          </a:p>
          <a:p>
            <a:r>
              <a:rPr lang="ru-RU" dirty="0">
                <a:latin typeface="Century Schoolbook" panose="02040604050505020304" pitchFamily="18" charset="0"/>
              </a:rPr>
              <a:t>Приседания: 4×8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Жим гантелей: 4×10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Подтягивания: максимум (чистые подтягивания без дерганий)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8524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71ADA7-9F38-05BE-D430-7CB415B8F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719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Century Schoolbook" panose="02040604050505020304" pitchFamily="18" charset="0"/>
              </a:rPr>
              <a:t>Дополнительные функции (для удобства):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838F2F-4047-EDF5-D9A3-BC3797E49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Я добавил две не маловажные кнопки:</a:t>
            </a:r>
          </a:p>
          <a:p>
            <a:r>
              <a:rPr lang="ru-RU" b="1" dirty="0"/>
              <a:t>Смена темы: </a:t>
            </a:r>
            <a:r>
              <a:rPr lang="ru-RU" dirty="0"/>
              <a:t>светлая / тёмная. Сохраняется в браузере.</a:t>
            </a:r>
          </a:p>
          <a:p>
            <a:r>
              <a:rPr lang="ru-RU" b="1" dirty="0"/>
              <a:t>Переключение языка</a:t>
            </a:r>
            <a:r>
              <a:rPr lang="ru-RU" dirty="0"/>
              <a:t> — русский / английский. Тоже запоминается.</a:t>
            </a:r>
          </a:p>
          <a:p>
            <a:r>
              <a:rPr lang="ru-RU" dirty="0"/>
              <a:t>Это делает интерфейс сайта более удобным и гибким под разные предпочтения.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3981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E2D1B6-F36A-1030-1642-623F5CBD8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7917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Century Schoolbook" panose="02040604050505020304" pitchFamily="18" charset="0"/>
              </a:rPr>
              <a:t>Из чего состоит сайт: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9F612A-57EA-06CF-D45F-0759B4A79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147" y="1309578"/>
            <a:ext cx="10515600" cy="4351338"/>
          </a:xfrm>
        </p:spPr>
        <p:txBody>
          <a:bodyPr/>
          <a:lstStyle/>
          <a:p>
            <a:r>
              <a:rPr lang="ru-RU" dirty="0">
                <a:latin typeface="Century Schoolbook" panose="02040604050505020304" pitchFamily="18" charset="0"/>
              </a:rPr>
              <a:t>Сайт сделан на </a:t>
            </a:r>
            <a:r>
              <a:rPr lang="en-US" dirty="0">
                <a:latin typeface="Century Schoolbook" panose="02040604050505020304" pitchFamily="18" charset="0"/>
              </a:rPr>
              <a:t>html, </a:t>
            </a:r>
            <a:r>
              <a:rPr lang="en-US" dirty="0" err="1">
                <a:latin typeface="Century Schoolbook" panose="02040604050505020304" pitchFamily="18" charset="0"/>
              </a:rPr>
              <a:t>css</a:t>
            </a:r>
            <a:r>
              <a:rPr lang="en-US" dirty="0">
                <a:latin typeface="Century Schoolbook" panose="02040604050505020304" pitchFamily="18" charset="0"/>
              </a:rPr>
              <a:t> </a:t>
            </a:r>
            <a:r>
              <a:rPr lang="ru-RU" dirty="0">
                <a:latin typeface="Century Schoolbook" panose="02040604050505020304" pitchFamily="18" charset="0"/>
              </a:rPr>
              <a:t>и </a:t>
            </a:r>
            <a:r>
              <a:rPr lang="en-US" dirty="0">
                <a:latin typeface="Century Schoolbook" panose="02040604050505020304" pitchFamily="18" charset="0"/>
              </a:rPr>
              <a:t>JavaScript.</a:t>
            </a:r>
            <a:endParaRPr lang="ru-RU" dirty="0">
              <a:latin typeface="Century Schoolbook" panose="02040604050505020304" pitchFamily="18" charset="0"/>
            </a:endParaRPr>
          </a:p>
          <a:p>
            <a:r>
              <a:rPr lang="ru-RU" dirty="0">
                <a:latin typeface="Century Schoolbook" panose="02040604050505020304" pitchFamily="18" charset="0"/>
              </a:rPr>
              <a:t>Без фреймворков – самое основное.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Адаптивная вёрстка (работает на телефонах)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Семантическая разметка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CSS-переменные для тем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J</a:t>
            </a:r>
            <a:r>
              <a:rPr lang="en-US" dirty="0">
                <a:latin typeface="Century Schoolbook" panose="02040604050505020304" pitchFamily="18" charset="0"/>
              </a:rPr>
              <a:t>s</a:t>
            </a:r>
            <a:r>
              <a:rPr lang="ru-RU" dirty="0">
                <a:latin typeface="Century Schoolbook" panose="02040604050505020304" pitchFamily="18" charset="0"/>
              </a:rPr>
              <a:t> для плавного </a:t>
            </a:r>
            <a:r>
              <a:rPr lang="ru-RU" dirty="0" err="1">
                <a:latin typeface="Century Schoolbook" panose="02040604050505020304" pitchFamily="18" charset="0"/>
              </a:rPr>
              <a:t>свайпа</a:t>
            </a:r>
            <a:r>
              <a:rPr lang="ru-RU" dirty="0">
                <a:latin typeface="Century Schoolbook" panose="020406040505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0259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9CC7A-F413-A7A5-BD6D-C620EF65D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8162"/>
          </a:xfrm>
        </p:spPr>
        <p:txBody>
          <a:bodyPr/>
          <a:lstStyle/>
          <a:p>
            <a:r>
              <a:rPr lang="ru-RU" dirty="0">
                <a:latin typeface="Century Schoolbook" panose="02040604050505020304" pitchFamily="18" charset="0"/>
              </a:rPr>
              <a:t>Заключение</a:t>
            </a: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F12AD9-04E1-0F4D-8238-BAE6C0F00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55428"/>
          </a:xfrm>
        </p:spPr>
        <p:txBody>
          <a:bodyPr/>
          <a:lstStyle/>
          <a:p>
            <a:pPr marL="0" indent="0">
              <a:buNone/>
            </a:pPr>
            <a:r>
              <a:rPr lang="ru-RU" b="1" dirty="0" err="1">
                <a:latin typeface="Century Schoolbook" panose="02040604050505020304" pitchFamily="18" charset="0"/>
              </a:rPr>
              <a:t>WorkoutFlow</a:t>
            </a:r>
            <a:r>
              <a:rPr lang="ru-RU" b="1" dirty="0">
                <a:latin typeface="Century Schoolbook" panose="02040604050505020304" pitchFamily="18" charset="0"/>
              </a:rPr>
              <a:t> — это:</a:t>
            </a:r>
            <a:endParaRPr lang="ru-RU" dirty="0">
              <a:latin typeface="Century Schoolbook" panose="02040604050505020304" pitchFamily="18" charset="0"/>
            </a:endParaRPr>
          </a:p>
          <a:p>
            <a:r>
              <a:rPr lang="ru-RU" dirty="0">
                <a:latin typeface="Century Schoolbook" panose="02040604050505020304" pitchFamily="18" charset="0"/>
              </a:rPr>
              <a:t>Готовый инструмент для подбора тренировок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Адаптивный и современный сайт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Работа с интерактивом (калькулятор, тема, язык)</a:t>
            </a:r>
          </a:p>
          <a:p>
            <a:r>
              <a:rPr lang="ru-RU" dirty="0">
                <a:latin typeface="Century Schoolbook" panose="02040604050505020304" pitchFamily="18" charset="0"/>
              </a:rPr>
              <a:t>Я показал навыки вёрстки и продуманного интерфейса.</a:t>
            </a:r>
          </a:p>
          <a:p>
            <a:endParaRPr lang="ru-RU" dirty="0">
              <a:latin typeface="Century Schoolbook" panose="020406040505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9AA75-2102-8719-1AAC-35058EF1551F}"/>
              </a:ext>
            </a:extLst>
          </p:cNvPr>
          <p:cNvSpPr txBox="1"/>
          <p:nvPr/>
        </p:nvSpPr>
        <p:spPr>
          <a:xfrm>
            <a:off x="3603280" y="5142369"/>
            <a:ext cx="50545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latin typeface="Century Schoolbook" panose="020406040505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2325854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Широкоэкранный</PresentationFormat>
  <Paragraphs>52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Century Schoolbook</vt:lpstr>
      <vt:lpstr>Тема Office</vt:lpstr>
      <vt:lpstr>Презентация PowerPoint</vt:lpstr>
      <vt:lpstr>Многие хотят заниматься спортом и не знают с чего начать:</vt:lpstr>
      <vt:lpstr>Сайт даёт три готовые программы тренировок:</vt:lpstr>
      <vt:lpstr>Как работает калькулятор:</vt:lpstr>
      <vt:lpstr>Какие программы я даю на выбор:</vt:lpstr>
      <vt:lpstr>Дополнительные функции (для удобства):</vt:lpstr>
      <vt:lpstr>Из чего состоит сайт:</vt:lpstr>
      <vt:lpstr>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Богдан Гоголев</dc:creator>
  <cp:lastModifiedBy>Богдан Гоголев</cp:lastModifiedBy>
  <cp:revision>1</cp:revision>
  <dcterms:created xsi:type="dcterms:W3CDTF">2026-06-18T10:06:00Z</dcterms:created>
  <dcterms:modified xsi:type="dcterms:W3CDTF">2026-06-18T10:06:00Z</dcterms:modified>
</cp:coreProperties>
</file>